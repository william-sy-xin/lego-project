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FEFE-0950-732C-3EE2-379E33E10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2B56B-D342-E71C-8B71-9077CF072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0BF7-A08E-2A97-1133-762C165E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BCFD1-76A0-CC0F-9C6C-BE8054CD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EA12-B369-A42F-8033-1D743FB0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E7B8-8F38-FB8E-5C9E-2F088177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F750-2BE0-B3DC-BA04-D5F4739BC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94049-D90D-3ED0-9029-C98D7140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DDA9E-CA90-CFC9-141B-3AE380F5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9A5F-AEAF-8D36-BD47-4C9CDCE1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0E5D-E6FA-4FD8-293D-F3FBD077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5116-9ED0-F2F9-A843-4FCBED508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17A0-9FF2-541C-B217-7B3030C33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0E2ED-DBCE-2165-D8BB-8D651F76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EC67-CC7C-CDC6-A372-A3D39EC8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7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5805-B4FC-BBBD-331C-ADB6F9CF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BA7F6-97E2-E5AB-6BBF-42303DF8B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B3AA-5336-EBC6-734A-F5D83E1EF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F70D3-DCD2-4C74-FB56-E33B3B25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F75FF-12F5-46CE-9741-B89B59D6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5F48E-CBF4-BF01-FA62-C9E08E07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38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311-9517-5A85-1847-99AEDEE0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F8E7D-193A-848B-F138-077F10C0E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CE2BF-6595-BE0D-A29E-6D59F020C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6D95B-1682-BA97-DD30-208A0B004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EAABE-6686-FA47-0207-E6010BA6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C10A8-2B9A-C7C1-586F-2E06252D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B3037-CE68-A64A-AF8E-7796265E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707DA-7F00-6B79-6901-49F428FA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1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60C8-C2EF-F3AC-82FB-511AE7E5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49DAC-05F2-CFEC-4A4A-E40CFF05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8098F-EEEE-B1ED-49A5-6A3C6CF0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296F8-00BE-C775-561E-331F56E6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6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6DCC2-EA86-3B16-D89B-B6ABB8B5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84874-3A6B-3282-445D-5E6F724B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B7C51-F5A8-0E3C-EC80-3CFD1DF7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8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7AAA-0E9A-545D-051C-2D4B449F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C6EF-4BB7-3236-2BB5-5D214FAE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8E472-8D2B-D0EB-579B-2DA169F70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60833-44E3-ABFB-C3E3-43BC70BB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D49A-1A95-A207-EC22-BCFEF89E5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71E88-ACEE-994E-D733-FD9F13FE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9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AF1A-17AB-F219-95A6-FD30C41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59331-9483-6C60-CC90-1F0DE69BD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8E5BE-ED29-8483-FD21-E5FD11F4D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D7922-4351-DEA4-EBF6-0E6A0BFB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6C103-C877-A48C-A38C-6463433F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6F7AE-8821-535E-8844-98DB4CCF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0BB7-45EF-678F-C3E3-A545B2E5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1741A-2092-57B8-1CB8-D52D2F315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B54A5-7543-C95F-22C5-5B281E74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18E8D-9257-5FF7-ABF7-9E22191B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C871-80D5-3680-DA47-2BD94765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D7128-D05B-9915-59B7-CAE5F3631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D44F9-DCB4-3901-AD78-3171E53AF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49C3E-0380-7D54-575E-B1ABD030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FDA63-751B-6E66-30B9-515F0157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D6525-B9DC-4503-364B-FB0E21105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9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08028-B747-03BA-9FD6-ECA290BF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355C5-EFF7-6586-961D-02FB1CD9E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C9759-1095-C24E-A3F6-46F37070F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F5AC3-E811-4C40-A24B-87CE1C93CC5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7482E-1C8D-3D07-D6A5-831B2E0F9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68DF6-B567-555C-30C5-36A9DA248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AA2FE-B6E2-4A68-8D11-575A58DA0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9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F31176C-A1D4-6EBA-8F47-7A439194F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99" y="165763"/>
            <a:ext cx="3355371" cy="128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C19FF3A-AD55-632E-E359-7C20F87C0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475" y="1088851"/>
            <a:ext cx="5724226" cy="221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4BAC90-C717-E864-F22D-83075C834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899" y="1517904"/>
            <a:ext cx="2609153" cy="163938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9A6DA80-C10B-6565-B422-7C36A849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020" y="3843450"/>
            <a:ext cx="33813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4B216B7-D78B-17E6-DCB0-6B43CECE298C}"/>
              </a:ext>
            </a:extLst>
          </p:cNvPr>
          <p:cNvSpPr/>
          <p:nvPr/>
        </p:nvSpPr>
        <p:spPr>
          <a:xfrm>
            <a:off x="1643096" y="4434840"/>
            <a:ext cx="2111924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A5F5F-4CB1-6A48-F22D-86AF395C71AC}"/>
              </a:ext>
            </a:extLst>
          </p:cNvPr>
          <p:cNvSpPr txBox="1"/>
          <p:nvPr/>
        </p:nvSpPr>
        <p:spPr>
          <a:xfrm>
            <a:off x="1540298" y="3953619"/>
            <a:ext cx="2098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Connected to Laptop </a:t>
            </a:r>
          </a:p>
          <a:p>
            <a:pPr algn="ctr"/>
            <a:r>
              <a:rPr lang="en-US" sz="1600" dirty="0"/>
              <a:t>by one USB Cable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F8B592-2AA1-2B8D-4ABA-A1EEEC9417C7}"/>
              </a:ext>
            </a:extLst>
          </p:cNvPr>
          <p:cNvCxnSpPr>
            <a:cxnSpLocks/>
          </p:cNvCxnSpPr>
          <p:nvPr/>
        </p:nvCxnSpPr>
        <p:spPr>
          <a:xfrm>
            <a:off x="5661626" y="6514338"/>
            <a:ext cx="36393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E18804-2070-D2D9-3D6C-40F1152ECFDF}"/>
              </a:ext>
            </a:extLst>
          </p:cNvPr>
          <p:cNvCxnSpPr>
            <a:cxnSpLocks/>
          </p:cNvCxnSpPr>
          <p:nvPr/>
        </p:nvCxnSpPr>
        <p:spPr>
          <a:xfrm>
            <a:off x="5671152" y="6019800"/>
            <a:ext cx="0" cy="4945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5395C1-9B26-0CCA-125D-46D0D3FD5C4B}"/>
              </a:ext>
            </a:extLst>
          </p:cNvPr>
          <p:cNvCxnSpPr>
            <a:cxnSpLocks/>
          </p:cNvCxnSpPr>
          <p:nvPr/>
        </p:nvCxnSpPr>
        <p:spPr>
          <a:xfrm flipV="1">
            <a:off x="9300938" y="2879217"/>
            <a:ext cx="0" cy="36263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B2122E8-8C34-4678-7CFB-5ABBA7DC9D1D}"/>
              </a:ext>
            </a:extLst>
          </p:cNvPr>
          <p:cNvSpPr/>
          <p:nvPr/>
        </p:nvSpPr>
        <p:spPr>
          <a:xfrm>
            <a:off x="9272998" y="2840243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D267B3-2F4C-B4A7-8430-9E353BC10FCA}"/>
              </a:ext>
            </a:extLst>
          </p:cNvPr>
          <p:cNvCxnSpPr>
            <a:cxnSpLocks/>
          </p:cNvCxnSpPr>
          <p:nvPr/>
        </p:nvCxnSpPr>
        <p:spPr>
          <a:xfrm flipV="1">
            <a:off x="9221311" y="2974030"/>
            <a:ext cx="0" cy="329303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6409B3B-45A3-E01F-439C-EF16A0F72D80}"/>
              </a:ext>
            </a:extLst>
          </p:cNvPr>
          <p:cNvSpPr/>
          <p:nvPr/>
        </p:nvSpPr>
        <p:spPr>
          <a:xfrm>
            <a:off x="9198452" y="2948193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B0E6FE-2E02-5950-C1FC-91F8A2B7D2D4}"/>
              </a:ext>
            </a:extLst>
          </p:cNvPr>
          <p:cNvCxnSpPr>
            <a:cxnSpLocks/>
          </p:cNvCxnSpPr>
          <p:nvPr/>
        </p:nvCxnSpPr>
        <p:spPr>
          <a:xfrm>
            <a:off x="5800056" y="6267069"/>
            <a:ext cx="3413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B0AD3D-A68B-8772-5266-5BD3C9344593}"/>
              </a:ext>
            </a:extLst>
          </p:cNvPr>
          <p:cNvCxnSpPr>
            <a:cxnSpLocks/>
          </p:cNvCxnSpPr>
          <p:nvPr/>
        </p:nvCxnSpPr>
        <p:spPr>
          <a:xfrm>
            <a:off x="5799042" y="6011037"/>
            <a:ext cx="0" cy="256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B0261F-431F-4617-2F52-E0CC21317D17}"/>
              </a:ext>
            </a:extLst>
          </p:cNvPr>
          <p:cNvCxnSpPr>
            <a:cxnSpLocks/>
          </p:cNvCxnSpPr>
          <p:nvPr/>
        </p:nvCxnSpPr>
        <p:spPr>
          <a:xfrm>
            <a:off x="3652770" y="3419729"/>
            <a:ext cx="35230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8BA6E78B-A017-C21F-7A3A-B917F17E5A51}"/>
              </a:ext>
            </a:extLst>
          </p:cNvPr>
          <p:cNvSpPr/>
          <p:nvPr/>
        </p:nvSpPr>
        <p:spPr>
          <a:xfrm>
            <a:off x="5775290" y="5991033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9FEDCDC-7127-AF39-70A0-AEF9B1213E65}"/>
              </a:ext>
            </a:extLst>
          </p:cNvPr>
          <p:cNvSpPr/>
          <p:nvPr/>
        </p:nvSpPr>
        <p:spPr>
          <a:xfrm>
            <a:off x="5646703" y="5991021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E53DB1-3070-5D0D-BF97-7E7EAB037191}"/>
              </a:ext>
            </a:extLst>
          </p:cNvPr>
          <p:cNvCxnSpPr>
            <a:cxnSpLocks/>
          </p:cNvCxnSpPr>
          <p:nvPr/>
        </p:nvCxnSpPr>
        <p:spPr>
          <a:xfrm>
            <a:off x="7170561" y="2974030"/>
            <a:ext cx="0" cy="454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BFF80A-2AF9-8A48-A2CE-26BCC43D6CD6}"/>
              </a:ext>
            </a:extLst>
          </p:cNvPr>
          <p:cNvCxnSpPr>
            <a:cxnSpLocks/>
          </p:cNvCxnSpPr>
          <p:nvPr/>
        </p:nvCxnSpPr>
        <p:spPr>
          <a:xfrm>
            <a:off x="3652770" y="2974030"/>
            <a:ext cx="0" cy="454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234872-F374-FBEA-A36E-DFCB3CD5BD89}"/>
              </a:ext>
            </a:extLst>
          </p:cNvPr>
          <p:cNvCxnSpPr>
            <a:cxnSpLocks/>
          </p:cNvCxnSpPr>
          <p:nvPr/>
        </p:nvCxnSpPr>
        <p:spPr>
          <a:xfrm>
            <a:off x="4978650" y="741370"/>
            <a:ext cx="0" cy="2546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7CC505-5252-FEDE-E9C7-909E5F62A238}"/>
              </a:ext>
            </a:extLst>
          </p:cNvPr>
          <p:cNvCxnSpPr>
            <a:cxnSpLocks/>
          </p:cNvCxnSpPr>
          <p:nvPr/>
        </p:nvCxnSpPr>
        <p:spPr>
          <a:xfrm>
            <a:off x="4972300" y="3294289"/>
            <a:ext cx="19330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981C95F-6495-42E0-1792-1D9D008D534F}"/>
              </a:ext>
            </a:extLst>
          </p:cNvPr>
          <p:cNvCxnSpPr>
            <a:cxnSpLocks/>
          </p:cNvCxnSpPr>
          <p:nvPr/>
        </p:nvCxnSpPr>
        <p:spPr>
          <a:xfrm>
            <a:off x="6907876" y="2960815"/>
            <a:ext cx="0" cy="3412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729D309-C499-272E-E1B8-2F9221C78706}"/>
              </a:ext>
            </a:extLst>
          </p:cNvPr>
          <p:cNvSpPr/>
          <p:nvPr/>
        </p:nvSpPr>
        <p:spPr>
          <a:xfrm>
            <a:off x="7147701" y="2950289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F95573-C1C8-82FF-3CE0-763F949310AE}"/>
              </a:ext>
            </a:extLst>
          </p:cNvPr>
          <p:cNvSpPr/>
          <p:nvPr/>
        </p:nvSpPr>
        <p:spPr>
          <a:xfrm>
            <a:off x="6882476" y="2944088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4B9EE55-D881-074C-7F01-37794490BE88}"/>
              </a:ext>
            </a:extLst>
          </p:cNvPr>
          <p:cNvCxnSpPr>
            <a:cxnSpLocks/>
          </p:cNvCxnSpPr>
          <p:nvPr/>
        </p:nvCxnSpPr>
        <p:spPr>
          <a:xfrm>
            <a:off x="3243442" y="3595878"/>
            <a:ext cx="40759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241DCCF-B4E9-61DC-362F-0200D9612B31}"/>
              </a:ext>
            </a:extLst>
          </p:cNvPr>
          <p:cNvCxnSpPr>
            <a:cxnSpLocks/>
            <a:stCxn id="55" idx="4"/>
          </p:cNvCxnSpPr>
          <p:nvPr/>
        </p:nvCxnSpPr>
        <p:spPr>
          <a:xfrm flipH="1">
            <a:off x="7319356" y="2912193"/>
            <a:ext cx="9179" cy="6836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DA85946-2A86-63A4-3AE7-244743217149}"/>
              </a:ext>
            </a:extLst>
          </p:cNvPr>
          <p:cNvSpPr/>
          <p:nvPr/>
        </p:nvSpPr>
        <p:spPr>
          <a:xfrm>
            <a:off x="7305675" y="2860519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18B5046-B837-40EB-3170-B668B0A63B17}"/>
              </a:ext>
            </a:extLst>
          </p:cNvPr>
          <p:cNvCxnSpPr>
            <a:cxnSpLocks/>
          </p:cNvCxnSpPr>
          <p:nvPr/>
        </p:nvCxnSpPr>
        <p:spPr>
          <a:xfrm flipH="1">
            <a:off x="3243442" y="2973474"/>
            <a:ext cx="7620" cy="6289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B0485EF-27B9-94AC-FD4E-BBEF153AFBBA}"/>
              </a:ext>
            </a:extLst>
          </p:cNvPr>
          <p:cNvCxnSpPr>
            <a:cxnSpLocks/>
          </p:cNvCxnSpPr>
          <p:nvPr/>
        </p:nvCxnSpPr>
        <p:spPr>
          <a:xfrm>
            <a:off x="4972300" y="593598"/>
            <a:ext cx="8723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BA3B1A4-EF4D-5BB3-9930-BF8571359EEE}"/>
              </a:ext>
            </a:extLst>
          </p:cNvPr>
          <p:cNvCxnSpPr>
            <a:cxnSpLocks/>
          </p:cNvCxnSpPr>
          <p:nvPr/>
        </p:nvCxnSpPr>
        <p:spPr>
          <a:xfrm flipH="1">
            <a:off x="5832259" y="589650"/>
            <a:ext cx="12422" cy="23067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FE0E1D-5B88-3420-EDED-BEA0FB98208C}"/>
              </a:ext>
            </a:extLst>
          </p:cNvPr>
          <p:cNvCxnSpPr>
            <a:cxnSpLocks/>
          </p:cNvCxnSpPr>
          <p:nvPr/>
        </p:nvCxnSpPr>
        <p:spPr>
          <a:xfrm>
            <a:off x="5832259" y="2886356"/>
            <a:ext cx="832141" cy="55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Oval 1026">
            <a:extLst>
              <a:ext uri="{FF2B5EF4-FFF2-40B4-BE49-F238E27FC236}">
                <a16:creationId xmlns:a16="http://schemas.microsoft.com/office/drawing/2014/main" id="{249A9338-11F1-9E7B-F985-4353C2CD926D}"/>
              </a:ext>
            </a:extLst>
          </p:cNvPr>
          <p:cNvSpPr/>
          <p:nvPr/>
        </p:nvSpPr>
        <p:spPr>
          <a:xfrm>
            <a:off x="6635797" y="2870548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3641B318-9828-2C39-AFF7-45E145EEF748}"/>
              </a:ext>
            </a:extLst>
          </p:cNvPr>
          <p:cNvCxnSpPr>
            <a:cxnSpLocks/>
          </p:cNvCxnSpPr>
          <p:nvPr/>
        </p:nvCxnSpPr>
        <p:spPr>
          <a:xfrm>
            <a:off x="4978650" y="441960"/>
            <a:ext cx="435658" cy="0"/>
          </a:xfrm>
          <a:prstGeom prst="line">
            <a:avLst/>
          </a:prstGeom>
          <a:ln w="2222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00BF0B4B-B093-4BC7-77E2-7A11F477EA52}"/>
              </a:ext>
            </a:extLst>
          </p:cNvPr>
          <p:cNvCxnSpPr>
            <a:cxnSpLocks/>
          </p:cNvCxnSpPr>
          <p:nvPr/>
        </p:nvCxnSpPr>
        <p:spPr>
          <a:xfrm flipH="1">
            <a:off x="5405623" y="444789"/>
            <a:ext cx="12272" cy="3581400"/>
          </a:xfrm>
          <a:prstGeom prst="line">
            <a:avLst/>
          </a:prstGeom>
          <a:ln w="2222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Oval 1039">
            <a:extLst>
              <a:ext uri="{FF2B5EF4-FFF2-40B4-BE49-F238E27FC236}">
                <a16:creationId xmlns:a16="http://schemas.microsoft.com/office/drawing/2014/main" id="{0EC007E1-006B-7EFF-B0BE-AB63F4B915D5}"/>
              </a:ext>
            </a:extLst>
          </p:cNvPr>
          <p:cNvSpPr/>
          <p:nvPr/>
        </p:nvSpPr>
        <p:spPr>
          <a:xfrm>
            <a:off x="5382763" y="4006702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19B5D8D4-E60A-73E3-7F02-2B44002CC00E}"/>
              </a:ext>
            </a:extLst>
          </p:cNvPr>
          <p:cNvSpPr/>
          <p:nvPr/>
        </p:nvSpPr>
        <p:spPr>
          <a:xfrm>
            <a:off x="4980071" y="410553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647B09EB-D6BF-0924-A6E2-23D4A0868D28}"/>
              </a:ext>
            </a:extLst>
          </p:cNvPr>
          <p:cNvSpPr/>
          <p:nvPr/>
        </p:nvSpPr>
        <p:spPr>
          <a:xfrm>
            <a:off x="3225798" y="2982688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54CEBE01-E069-4EE0-DD1B-82FB1B9D6DB5}"/>
              </a:ext>
            </a:extLst>
          </p:cNvPr>
          <p:cNvSpPr/>
          <p:nvPr/>
        </p:nvSpPr>
        <p:spPr>
          <a:xfrm>
            <a:off x="3629611" y="2969925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E07669C7-9C6C-20E3-86E1-7610D124341C}"/>
              </a:ext>
            </a:extLst>
          </p:cNvPr>
          <p:cNvCxnSpPr>
            <a:cxnSpLocks/>
          </p:cNvCxnSpPr>
          <p:nvPr/>
        </p:nvCxnSpPr>
        <p:spPr>
          <a:xfrm flipH="1">
            <a:off x="3509260" y="2998619"/>
            <a:ext cx="10795" cy="68190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F5F00CD4-84B9-6E8C-4CBD-4A2B790D89A6}"/>
              </a:ext>
            </a:extLst>
          </p:cNvPr>
          <p:cNvCxnSpPr>
            <a:cxnSpLocks/>
          </p:cNvCxnSpPr>
          <p:nvPr/>
        </p:nvCxnSpPr>
        <p:spPr>
          <a:xfrm>
            <a:off x="3500808" y="3687986"/>
            <a:ext cx="2017143" cy="86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Oval 1052">
            <a:extLst>
              <a:ext uri="{FF2B5EF4-FFF2-40B4-BE49-F238E27FC236}">
                <a16:creationId xmlns:a16="http://schemas.microsoft.com/office/drawing/2014/main" id="{87590919-A14C-4FC5-5BBC-A5810E6BACFB}"/>
              </a:ext>
            </a:extLst>
          </p:cNvPr>
          <p:cNvSpPr/>
          <p:nvPr/>
        </p:nvSpPr>
        <p:spPr>
          <a:xfrm>
            <a:off x="3493189" y="2976126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C8A4AE9-0581-0BD4-491F-C40A8FD25128}"/>
              </a:ext>
            </a:extLst>
          </p:cNvPr>
          <p:cNvCxnSpPr>
            <a:cxnSpLocks/>
          </p:cNvCxnSpPr>
          <p:nvPr/>
        </p:nvCxnSpPr>
        <p:spPr>
          <a:xfrm flipH="1">
            <a:off x="5504885" y="3680520"/>
            <a:ext cx="7985" cy="34142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E3760B80-DAC4-B5A7-8B02-9551D3C53925}"/>
              </a:ext>
            </a:extLst>
          </p:cNvPr>
          <p:cNvSpPr txBox="1"/>
          <p:nvPr/>
        </p:nvSpPr>
        <p:spPr>
          <a:xfrm>
            <a:off x="9244171" y="3201515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+5V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405CE74-C916-5789-89F5-A50004C21413}"/>
              </a:ext>
            </a:extLst>
          </p:cNvPr>
          <p:cNvSpPr txBox="1"/>
          <p:nvPr/>
        </p:nvSpPr>
        <p:spPr>
          <a:xfrm>
            <a:off x="8625481" y="320151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8ED53EED-9456-4097-412F-A76F1D5D3197}"/>
              </a:ext>
            </a:extLst>
          </p:cNvPr>
          <p:cNvCxnSpPr>
            <a:cxnSpLocks/>
          </p:cNvCxnSpPr>
          <p:nvPr/>
        </p:nvCxnSpPr>
        <p:spPr>
          <a:xfrm flipH="1">
            <a:off x="3371710" y="3004672"/>
            <a:ext cx="11923" cy="83877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134D0F2A-FDF7-30FC-AAC2-1F8D6F96E3AE}"/>
              </a:ext>
            </a:extLst>
          </p:cNvPr>
          <p:cNvCxnSpPr>
            <a:cxnSpLocks/>
          </p:cNvCxnSpPr>
          <p:nvPr/>
        </p:nvCxnSpPr>
        <p:spPr>
          <a:xfrm flipV="1">
            <a:off x="3368002" y="3830133"/>
            <a:ext cx="2259129" cy="464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5EE7A305-7324-46DD-5CC2-FE800B749384}"/>
              </a:ext>
            </a:extLst>
          </p:cNvPr>
          <p:cNvCxnSpPr>
            <a:cxnSpLocks/>
          </p:cNvCxnSpPr>
          <p:nvPr/>
        </p:nvCxnSpPr>
        <p:spPr>
          <a:xfrm>
            <a:off x="5627131" y="3820113"/>
            <a:ext cx="0" cy="20659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Oval 1069">
            <a:extLst>
              <a:ext uri="{FF2B5EF4-FFF2-40B4-BE49-F238E27FC236}">
                <a16:creationId xmlns:a16="http://schemas.microsoft.com/office/drawing/2014/main" id="{8E8C197F-CE46-5669-F042-45EB571F8099}"/>
              </a:ext>
            </a:extLst>
          </p:cNvPr>
          <p:cNvSpPr/>
          <p:nvPr/>
        </p:nvSpPr>
        <p:spPr>
          <a:xfrm>
            <a:off x="5484008" y="4011196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Oval 1070">
            <a:extLst>
              <a:ext uri="{FF2B5EF4-FFF2-40B4-BE49-F238E27FC236}">
                <a16:creationId xmlns:a16="http://schemas.microsoft.com/office/drawing/2014/main" id="{E2E96C2C-5954-6B11-1943-73B384258BAA}"/>
              </a:ext>
            </a:extLst>
          </p:cNvPr>
          <p:cNvSpPr/>
          <p:nvPr/>
        </p:nvSpPr>
        <p:spPr>
          <a:xfrm>
            <a:off x="3365452" y="2982688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7987B2F4-F54B-C5EF-6777-D8F21B11883B}"/>
              </a:ext>
            </a:extLst>
          </p:cNvPr>
          <p:cNvSpPr/>
          <p:nvPr/>
        </p:nvSpPr>
        <p:spPr>
          <a:xfrm>
            <a:off x="4980071" y="555359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Oval 1072">
            <a:extLst>
              <a:ext uri="{FF2B5EF4-FFF2-40B4-BE49-F238E27FC236}">
                <a16:creationId xmlns:a16="http://schemas.microsoft.com/office/drawing/2014/main" id="{A71EC778-19BF-696B-F000-601B3B5809E3}"/>
              </a:ext>
            </a:extLst>
          </p:cNvPr>
          <p:cNvSpPr/>
          <p:nvPr/>
        </p:nvSpPr>
        <p:spPr>
          <a:xfrm>
            <a:off x="4956393" y="714550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7CD68860-6065-5BAF-B8E0-97302F7944CD}"/>
              </a:ext>
            </a:extLst>
          </p:cNvPr>
          <p:cNvSpPr txBox="1"/>
          <p:nvPr/>
        </p:nvSpPr>
        <p:spPr>
          <a:xfrm>
            <a:off x="5353655" y="149249"/>
            <a:ext cx="21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Servo Motor – Pin 12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9FEA9B6C-4BB9-FAF3-20D7-AB5F086761C7}"/>
              </a:ext>
            </a:extLst>
          </p:cNvPr>
          <p:cNvSpPr txBox="1"/>
          <p:nvPr/>
        </p:nvSpPr>
        <p:spPr>
          <a:xfrm>
            <a:off x="250696" y="2665030"/>
            <a:ext cx="19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Sonar Trig – Pin 10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4D3FA8CC-A39D-EADF-2560-4D3CC5823187}"/>
              </a:ext>
            </a:extLst>
          </p:cNvPr>
          <p:cNvSpPr txBox="1"/>
          <p:nvPr/>
        </p:nvSpPr>
        <p:spPr>
          <a:xfrm>
            <a:off x="236611" y="2994949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Sonar Echo – Pin 11</a:t>
            </a:r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ABA200BE-425D-4543-088A-D837EEAFA211}"/>
              </a:ext>
            </a:extLst>
          </p:cNvPr>
          <p:cNvSpPr/>
          <p:nvPr/>
        </p:nvSpPr>
        <p:spPr>
          <a:xfrm>
            <a:off x="5604272" y="4005631"/>
            <a:ext cx="45719" cy="5167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E7031DA7-B7C7-A2DA-4004-E7FDF806D0BE}"/>
              </a:ext>
            </a:extLst>
          </p:cNvPr>
          <p:cNvCxnSpPr>
            <a:cxnSpLocks/>
          </p:cNvCxnSpPr>
          <p:nvPr/>
        </p:nvCxnSpPr>
        <p:spPr>
          <a:xfrm>
            <a:off x="2329087" y="3179615"/>
            <a:ext cx="1004542" cy="577045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02E87BF5-A6CB-718B-B943-58BF9EC7B06F}"/>
              </a:ext>
            </a:extLst>
          </p:cNvPr>
          <p:cNvCxnSpPr>
            <a:cxnSpLocks/>
          </p:cNvCxnSpPr>
          <p:nvPr/>
        </p:nvCxnSpPr>
        <p:spPr>
          <a:xfrm>
            <a:off x="2302776" y="2849696"/>
            <a:ext cx="1171560" cy="661541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05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 Xin</dc:creator>
  <cp:lastModifiedBy>William</cp:lastModifiedBy>
  <cp:revision>1</cp:revision>
  <dcterms:created xsi:type="dcterms:W3CDTF">2024-11-08T02:02:42Z</dcterms:created>
  <dcterms:modified xsi:type="dcterms:W3CDTF">2024-11-08T02:40:20Z</dcterms:modified>
</cp:coreProperties>
</file>